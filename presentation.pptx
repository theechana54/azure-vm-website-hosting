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07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183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755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327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7899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471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043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459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031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319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891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035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7607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751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323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895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467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039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9611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4183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8755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3327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7899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2471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7043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43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15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887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6459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1031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5603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0175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4747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9319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3891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8463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3035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7607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2179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6751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323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5895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0467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5039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9611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4183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8755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3327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7899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2471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7043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43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315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887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6459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1031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5603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0175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4747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9319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3891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8463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3035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7607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2179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6751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1323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5895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0467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5039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9611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4183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8755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3327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7899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12471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17043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743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315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1887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6459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1031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5603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0175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4747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9319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3891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8463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3035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7607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2179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6751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1323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5895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0467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5039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9611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4183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8755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3327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07899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12471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17043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743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315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1887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6459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1031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5603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30175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34747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39319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3891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8463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3035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7607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2179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6751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1323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5895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80467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85039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9611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94183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8755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03327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7899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12471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17043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2743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315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1887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6459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21031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5603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0175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34747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39319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3891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48463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3035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57607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2179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6751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1323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75895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0467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5039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9611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4183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98755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03327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07899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12471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17043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2743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315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1887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6459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21031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25603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30175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34747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39319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43891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48463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53035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57607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2179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6751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1323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5895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80467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5039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9611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4183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98755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3327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07899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12471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17043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2743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315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1887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6459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21031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25603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30175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34747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39319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43891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48463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53035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57607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62179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66751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1323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5895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0467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5039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9611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4183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8755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03327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07899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12471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17043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2743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7315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1887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6459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21031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25603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30175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34747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39319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43891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48463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53035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57607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62179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66751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71323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75895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0467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85039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89611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94183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98755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103327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107899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112471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117043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822960" y="1554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2600" dirty="0"/>
          </a:p>
        </p:txBody>
      </p:sp>
      <p:sp>
        <p:nvSpPr>
          <p:cNvPr id="263" name="Text 261"/>
          <p:cNvSpPr/>
          <p:nvPr/>
        </p:nvSpPr>
        <p:spPr>
          <a:xfrm>
            <a:off x="822960" y="2148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React.js  ·  Node.js  ·  Express.js  ·  MongoDB Atlas  ·  JWT</a:t>
            </a:r>
            <a:endParaRPr lang="en-US" sz="1300" dirty="0"/>
          </a:p>
        </p:txBody>
      </p:sp>
      <p:sp>
        <p:nvSpPr>
          <p:cNvPr id="264" name="Text 262"/>
          <p:cNvSpPr/>
          <p:nvPr/>
        </p:nvSpPr>
        <p:spPr>
          <a:xfrm>
            <a:off x="777240" y="26060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Management System</a:t>
            </a:r>
            <a:endParaRPr lang="en-US" sz="4200" dirty="0"/>
          </a:p>
        </p:txBody>
      </p:sp>
      <p:sp>
        <p:nvSpPr>
          <p:cNvPr id="265" name="Text 263"/>
          <p:cNvSpPr/>
          <p:nvPr/>
        </p:nvSpPr>
        <p:spPr>
          <a:xfrm>
            <a:off x="822960" y="3520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Project Presentation — MERN Stack</a:t>
            </a:r>
            <a:endParaRPr lang="en-US" sz="1700" dirty="0"/>
          </a:p>
        </p:txBody>
      </p:sp>
      <p:sp>
        <p:nvSpPr>
          <p:cNvPr id="266" name="Shape 264"/>
          <p:cNvSpPr/>
          <p:nvPr/>
        </p:nvSpPr>
        <p:spPr>
          <a:xfrm>
            <a:off x="822960" y="4572000"/>
            <a:ext cx="47548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822960" y="48006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SUBMITTED_BY</a:t>
            </a:r>
            <a:endParaRPr lang="en-US" sz="1050" dirty="0"/>
          </a:p>
        </p:txBody>
      </p:sp>
      <p:sp>
        <p:nvSpPr>
          <p:cNvPr id="268" name="Text 266"/>
          <p:cNvSpPr/>
          <p:nvPr/>
        </p:nvSpPr>
        <p:spPr>
          <a:xfrm>
            <a:off x="2788920" y="48006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Theechana R</a:t>
            </a:r>
            <a:endParaRPr lang="en-US" sz="1050" dirty="0"/>
          </a:p>
        </p:txBody>
      </p:sp>
      <p:sp>
        <p:nvSpPr>
          <p:cNvPr id="269" name="Text 267"/>
          <p:cNvSpPr/>
          <p:nvPr/>
        </p:nvSpPr>
        <p:spPr>
          <a:xfrm>
            <a:off x="822960" y="518464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</a:t>
            </a:r>
            <a:endParaRPr lang="en-US" sz="1050" dirty="0"/>
          </a:p>
        </p:txBody>
      </p:sp>
      <p:sp>
        <p:nvSpPr>
          <p:cNvPr id="270" name="Text 268"/>
          <p:cNvSpPr/>
          <p:nvPr/>
        </p:nvSpPr>
        <p:spPr>
          <a:xfrm>
            <a:off x="2788920" y="518464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github.com/theechana54/Azure-VM-Website-Hosting</a:t>
            </a:r>
            <a:endParaRPr lang="en-US" sz="1050" dirty="0"/>
          </a:p>
        </p:txBody>
      </p:sp>
      <p:sp>
        <p:nvSpPr>
          <p:cNvPr id="271" name="Text 269"/>
          <p:cNvSpPr/>
          <p:nvPr/>
        </p:nvSpPr>
        <p:spPr>
          <a:xfrm>
            <a:off x="822960" y="556869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LIVE_URL</a:t>
            </a:r>
            <a:endParaRPr lang="en-US" sz="1050" dirty="0"/>
          </a:p>
        </p:txBody>
      </p:sp>
      <p:sp>
        <p:nvSpPr>
          <p:cNvPr id="272" name="Text 270"/>
          <p:cNvSpPr/>
          <p:nvPr/>
        </p:nvSpPr>
        <p:spPr>
          <a:xfrm>
            <a:off x="2788920" y="556869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azure-vm-website-hosting-nine.vercel.app</a:t>
            </a:r>
            <a:endParaRPr lang="en-US" sz="1050" dirty="0"/>
          </a:p>
        </p:txBody>
      </p:sp>
      <p:sp>
        <p:nvSpPr>
          <p:cNvPr id="273" name="Text 271"/>
          <p:cNvSpPr/>
          <p:nvPr/>
        </p:nvSpPr>
        <p:spPr>
          <a:xfrm>
            <a:off x="822960" y="595274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</a:t>
            </a:r>
            <a:endParaRPr lang="en-US" sz="1050" dirty="0"/>
          </a:p>
        </p:txBody>
      </p:sp>
      <p:sp>
        <p:nvSpPr>
          <p:cNvPr id="274" name="Text 272"/>
          <p:cNvSpPr/>
          <p:nvPr/>
        </p:nvSpPr>
        <p:spPr>
          <a:xfrm>
            <a:off x="2788920" y="59527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theechana54@gmail.com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// OBJECTIVE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92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 full-stack web application that enables educational institutions to efficiently manage student information — with hands-on implementation of REST APIs, authentication, database design, and cloud deployment on the MERN stack.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406640" y="160020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168249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635240" y="19842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MERN stack CRUD application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7406640" y="2532888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261518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635240" y="29169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authentication &amp; role-based access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406640" y="3465576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35478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635240" y="38496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hosting on Vercel + Render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6492240" cy="1737360"/>
          </a:xfrm>
          <a:prstGeom prst="roundRect">
            <a:avLst>
              <a:gd name="adj" fmla="val 421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462272"/>
            <a:ext cx="60350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objective = {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stack: ['React', 'Node', 'Express', 'MongoDB'],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auth: 'JWT',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deployment: ['Vercel', 'Render'],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STUDENT-MANAGEMENT-SYSTEM  //  MERN STACK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//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System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32888" cy="2651760"/>
          </a:xfrm>
          <a:prstGeom prst="roundRect">
            <a:avLst>
              <a:gd name="adj" fmla="val 36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2167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21671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&amp; login secured with JWT tokens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01568" y="1737360"/>
            <a:ext cx="2532888" cy="2651760"/>
          </a:xfrm>
          <a:prstGeom prst="roundRect">
            <a:avLst>
              <a:gd name="adj" fmla="val 36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0168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0168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84448" y="2606040"/>
            <a:ext cx="2167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84448" y="3063240"/>
            <a:ext cx="21671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permissions — Admin vs User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737360"/>
            <a:ext cx="2532888" cy="2651760"/>
          </a:xfrm>
          <a:prstGeom prst="roundRect">
            <a:avLst>
              <a:gd name="adj" fmla="val 36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83096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83096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37376" y="2606040"/>
            <a:ext cx="2167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Records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37376" y="3063240"/>
            <a:ext cx="21671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Add, update, delete, search student data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07424" y="1737360"/>
            <a:ext cx="2532888" cy="2651760"/>
          </a:xfrm>
          <a:prstGeom prst="roundRect">
            <a:avLst>
              <a:gd name="adj" fmla="val 36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36024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36024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90304" y="2606040"/>
            <a:ext cx="2167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UI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90304" y="3063240"/>
            <a:ext cx="21671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for desktop and mobile devices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6634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 application that allows administrators and users to digitally manage student records with a fully responsive, production-deployed interface.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STUDENT-MANAGEMENT-SYSTEM  //  MERN STACK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//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83864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 · Vite · Tailwind CSS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52544" y="1737360"/>
            <a:ext cx="3483864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81144" y="192024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81144" y="2331720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· Express.js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56448" y="1737360"/>
            <a:ext cx="3483864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85048" y="192024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85048" y="2331720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 (Cloud)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3483864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5760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77240" y="4069080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(JSON Web Token)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52544" y="3474720"/>
            <a:ext cx="3483864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81144" y="365760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81144" y="4069080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(FE) · Render (BE)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6448" y="3474720"/>
            <a:ext cx="3483864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85048" y="365760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Tooling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85048" y="4069080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· GitHub · Postman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STUDENT-MANAGEMENT-SYSTEM  //  MERN STACK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//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0" y="169164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65960"/>
            <a:ext cx="46634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Registration &amp; Login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JWT-based Authentication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(Admin/User)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/ Update / Delete Students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&amp; Filter Students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Validation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37960" y="1965960"/>
            <a:ext cx="46634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with Statistics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UI (Desktop &amp; Mobile)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Records to Excel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API Integration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Database Integration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Password Hashing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STUDENT-MANAGEMENT-SYSTEM  //  MERN STACK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// DATA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collections used by the application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212080" cy="2221992"/>
          </a:xfrm>
          <a:prstGeom prst="roundRect">
            <a:avLst>
              <a:gd name="adj" fmla="val 4115"/>
            </a:avLst>
          </a:prstGeom>
          <a:solidFill>
            <a:srgbClr val="FFFFFF"/>
          </a:solidFill>
          <a:ln w="25400">
            <a:solidFill>
              <a:srgbClr val="EEF2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29968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2996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256032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74720" y="256032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name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294436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294436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74720" y="294436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login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332841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332841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74720" y="332841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hash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371246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371246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74720" y="371246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/ user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1828800"/>
            <a:ext cx="521208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25400">
            <a:solidFill>
              <a:srgbClr val="ECFD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2029968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202996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46520" y="256032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92440" y="256032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098280" y="256032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46520" y="294436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rollNo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92440" y="294436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098280" y="294436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ID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46520" y="332841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92440" y="332841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098280" y="332841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 name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46520" y="371246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92440" y="371246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098280" y="371246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yr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46520" y="409651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email/phone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92440" y="409651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098280" y="409651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STUDENT-MANAGEMENT-SYSTEM  //  MERN STACK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// REST API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3703320"/>
          </a:xfrm>
          <a:prstGeom prst="roundRect">
            <a:avLst>
              <a:gd name="adj" fmla="val 197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920240" y="18745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/api/auth/register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035040" y="187452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a new user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920240" y="23774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/api/auth/login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35040" y="237744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&amp; receive JWT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88036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920240" y="28803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/api/students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035040" y="288036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/ search / filter students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38328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920240" y="33832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/api/students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035040" y="338328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new student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8862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920240" y="38862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/api/students/:id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035040" y="388620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a student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43891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920240" y="43891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/api/students/:id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035040" y="438912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a student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8920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920240" y="48920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/api/students/export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035040" y="489204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to Excel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STUDENT-MANAGEMENT-SYSTEM  //  MERN STACK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// CODEBASE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768096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856232"/>
            <a:ext cx="7223760" cy="415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Azure-VM-Website-Hosting/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client/            React frontend (Vite)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|-- src/pages/      Register, Login, Dashboard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|-- src/components/ Reusable UI components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`-- src/context/    AuthContext (JWT state)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server/            Node.js + Express backend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|-- controllers/   Route logic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|-- models/         Mongoose schemas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|-- routes/          API route definitions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|-- middleware/     JWT verification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`-- server.js        App entry point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`-- README.md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MVC-style backend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0" y="228600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define schema</a:t>
            </a:r>
            <a:endParaRPr lang="en-US" sz="1150" dirty="0"/>
          </a:p>
          <a:p>
            <a:pPr marL="203200" indent="-2032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Controllers hold logic</a:t>
            </a:r>
            <a:endParaRPr lang="en-US" sz="1150" dirty="0"/>
          </a:p>
          <a:p>
            <a:pPr marL="203200" indent="-2032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map HTTP verbs</a:t>
            </a:r>
            <a:endParaRPr lang="en-US" sz="1150" dirty="0"/>
          </a:p>
          <a:p>
            <a:pPr marL="203200" indent="-2032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 guards auth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STUDENT-MANAGEMENT-SYSTEM  //  MERN STACK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//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700" dirty="0"/>
          </a:p>
        </p:txBody>
      </p:sp>
      <p:pic>
        <p:nvPicPr>
          <p:cNvPr id="4" name="Image 0" descr="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371600"/>
            <a:ext cx="7863840" cy="49149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STUDENT-MANAGEMENT-SYSTEM  //  MERN STACK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// SEQUENCE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Flow — Login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292608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01952"/>
            <a:ext cx="10634472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              Server                 Database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|-- POST /api/auth/login --------&gt;|                       |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                  |-- verify credentials --&gt;|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                  |&lt;-- user document ---------|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|&lt;-- 200 OK + JWT token ----------|                       |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|-- GET /api/students (Bearer JWT)-&gt;|                       |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                  |-- verifyToken() middleware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                  |-- find({}) --------------&gt;|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|&lt;-- 200 OK + JSON array ---------|&lt;-- documents ----------|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4892040"/>
            <a:ext cx="365760" cy="36576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4892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submits credentials to /api/auth/login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5367528"/>
            <a:ext cx="365760" cy="36576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5367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53675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verifies against MongoDB &amp; signs a JWT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843016"/>
            <a:ext cx="365760" cy="36576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8430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584301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Subsequent requests carry the JWT as a Bearer token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STUDENT-MANAGEMENT-SYSTEM  //  MERN STACK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// 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83864" cy="4206240"/>
          </a:xfrm>
          <a:prstGeom prst="roundRect">
            <a:avLst>
              <a:gd name="adj" fmla="val 2625"/>
            </a:avLst>
          </a:prstGeom>
          <a:solidFill>
            <a:srgbClr val="FFFFFF"/>
          </a:solidFill>
          <a:ln w="25400">
            <a:solidFill>
              <a:srgbClr val="EEF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2935224" cy="45720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2935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Vercel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93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29352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dir: client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Env: VITE_API_URL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Auto-deploy on push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483864" cy="4206240"/>
          </a:xfrm>
          <a:prstGeom prst="roundRect">
            <a:avLst>
              <a:gd name="adj" fmla="val 2625"/>
            </a:avLst>
          </a:prstGeom>
          <a:solidFill>
            <a:srgbClr val="FFFFFF"/>
          </a:solidFill>
          <a:ln w="25400">
            <a:solidFill>
              <a:srgbClr val="ECFD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26864" y="1965960"/>
            <a:ext cx="2935224" cy="4572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1965960"/>
            <a:ext cx="2935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26864" y="2560320"/>
            <a:ext cx="293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26864" y="3017520"/>
            <a:ext cx="29352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dir: server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Env: MONGO_URI, JWT_SECRET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Web Service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56448" y="1691640"/>
            <a:ext cx="3483864" cy="4206240"/>
          </a:xfrm>
          <a:prstGeom prst="roundRect">
            <a:avLst>
              <a:gd name="adj" fmla="val 2625"/>
            </a:avLst>
          </a:prstGeom>
          <a:solidFill>
            <a:srgbClr val="FFFFFF"/>
          </a:solidFill>
          <a:ln w="25400">
            <a:solidFill>
              <a:srgbClr val="FFFB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30768" y="1965960"/>
            <a:ext cx="2935224" cy="45720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1965960"/>
            <a:ext cx="2935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 Atlas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30768" y="2560320"/>
            <a:ext cx="293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30768" y="3017520"/>
            <a:ext cx="29352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cluster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DB: studentDB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access whitelisted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STUDENT-MANAGEMENT-SYSTEM  //  MERN STACK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// OUTCOMES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62956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847088"/>
            <a:ext cx="45399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complete MERN Stack application from scratch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77356" y="1737360"/>
            <a:ext cx="5362956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0236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17436" y="1847088"/>
            <a:ext cx="45399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and consumed RESTful APIs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5362956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953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898648"/>
            <a:ext cx="45399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CRUD operations end-to-end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7356" y="2788920"/>
            <a:ext cx="5362956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0236" y="2953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17436" y="2898648"/>
            <a:ext cx="45399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JWT authentication &amp; role-based authorization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5362956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950208"/>
            <a:ext cx="45399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a React frontend to a Node/Express backend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77356" y="3840480"/>
            <a:ext cx="5362956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0236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17436" y="3950208"/>
            <a:ext cx="45399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 cloud-hosted MongoDB database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5362956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056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88720" y="5001768"/>
            <a:ext cx="45399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a full-stack app using Render &amp; Vercel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77356" y="4892040"/>
            <a:ext cx="5362956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60236" y="5056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17436" y="5001768"/>
            <a:ext cx="45399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Debugged real deployment issues (CORS, env vars, build config)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STUDENT-MANAGEMENT-SYSTEM  //  MERN STACK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//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14344" cy="178308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3057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3057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large student datasets efficiently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37304" y="1737360"/>
            <a:ext cx="3514344" cy="178308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65904" y="19659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65904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65904" y="2514600"/>
            <a:ext cx="3057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Pictures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65904" y="2880360"/>
            <a:ext cx="3057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photos for each student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25968" y="1737360"/>
            <a:ext cx="3514344" cy="178308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4568" y="19659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4568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54568" y="2514600"/>
            <a:ext cx="3057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Notifications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54568" y="2880360"/>
            <a:ext cx="3057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 users on account creation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514344" cy="178308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0233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572000"/>
            <a:ext cx="3057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Tracking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4937760"/>
            <a:ext cx="3057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module to track attendance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37304" y="3794760"/>
            <a:ext cx="3514344" cy="178308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65904" y="40233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65904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65904" y="4572000"/>
            <a:ext cx="3057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Visualization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65904" y="4937760"/>
            <a:ext cx="3057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&amp; graphs on the dashboard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25968" y="3794760"/>
            <a:ext cx="3514344" cy="178308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54568" y="40233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54568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54568" y="4572000"/>
            <a:ext cx="3057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Reset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54568" y="4937760"/>
            <a:ext cx="3057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password via email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STUDENT-MANAGEMENT-SYSTEM  //  MERN STACK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07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183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755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327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7899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471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04320" y="274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459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031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319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891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035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7607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751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323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895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467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039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9611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4183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8755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3327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7899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2471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704320" y="731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43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15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887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6459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1031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5603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0175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4747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9319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3891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8463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3035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7607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2179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6751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323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5895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0467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5039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9611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4183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8755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3327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7899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2471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704320" y="1188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43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315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887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6459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1031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5603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0175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4747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9319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3891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8463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3035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7607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2179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6751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1323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5895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0467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5039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9611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4183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8755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3327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7899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12471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1704320" y="1645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743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315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1887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6459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1031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5603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0175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4747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9319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3891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8463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3035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7607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2179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6751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1323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5895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0467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5039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9611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4183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8755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3327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07899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12471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1704320" y="2103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743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315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1887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6459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1031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5603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30175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34747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39319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3891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8463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3035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7607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2179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6751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1323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5895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80467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85039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9611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94183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8755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03327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7899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12471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1704320" y="25603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2743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315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1887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6459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21031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5603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0175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34747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39319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3891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48463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3035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57607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2179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6751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1323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75895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0467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5039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9611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4183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98755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03327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07899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12471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1704320" y="30175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2743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315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1887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6459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21031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25603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30175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34747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39319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43891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48463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53035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57607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2179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6751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1323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5895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80467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5039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9611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4183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98755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3327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07899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12471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1704320" y="34747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2743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315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1887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6459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21031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25603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30175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34747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39319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43891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48463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53035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57607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62179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66751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1323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5895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0467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5039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9611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4183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8755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03327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07899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12471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1704320" y="39319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2743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7315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1887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6459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21031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25603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30175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34747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39319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43891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48463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53035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57607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62179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66751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71323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75895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0467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85039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89611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94183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98755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103327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107899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112471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11704320" y="4389120"/>
            <a:ext cx="18288" cy="182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5349240" y="19659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2600" dirty="0"/>
          </a:p>
        </p:txBody>
      </p:sp>
      <p:sp>
        <p:nvSpPr>
          <p:cNvPr id="263" name="Text 261"/>
          <p:cNvSpPr/>
          <p:nvPr/>
        </p:nvSpPr>
        <p:spPr>
          <a:xfrm>
            <a:off x="1371600" y="265176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264" name="Text 262"/>
          <p:cNvSpPr/>
          <p:nvPr/>
        </p:nvSpPr>
        <p:spPr>
          <a:xfrm>
            <a:off x="1371600" y="342900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Live Demo</a:t>
            </a:r>
            <a:endParaRPr lang="en-US" sz="1600" dirty="0"/>
          </a:p>
        </p:txBody>
      </p:sp>
      <p:sp>
        <p:nvSpPr>
          <p:cNvPr id="265" name="Text 263"/>
          <p:cNvSpPr/>
          <p:nvPr/>
        </p:nvSpPr>
        <p:spPr>
          <a:xfrm>
            <a:off x="1371600" y="4297680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LIVE_URL     azure-vm-website-hosting-nine.vercel.app</a:t>
            </a:r>
            <a:endParaRPr lang="en-US" sz="1200" dirty="0"/>
          </a:p>
        </p:txBody>
      </p:sp>
      <p:sp>
        <p:nvSpPr>
          <p:cNvPr id="266" name="Text 264"/>
          <p:cNvSpPr/>
          <p:nvPr/>
        </p:nvSpPr>
        <p:spPr>
          <a:xfrm>
            <a:off x="1371600" y="4663440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   github.com/theechana54/Azure-VM-Website-Hosting</a:t>
            </a:r>
            <a:endParaRPr lang="en-US" sz="1200" dirty="0"/>
          </a:p>
        </p:txBody>
      </p:sp>
      <p:sp>
        <p:nvSpPr>
          <p:cNvPr id="267" name="Text 265"/>
          <p:cNvSpPr/>
          <p:nvPr/>
        </p:nvSpPr>
        <p:spPr>
          <a:xfrm>
            <a:off x="1371600" y="5029200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      theechana54@gmail.com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2026-08-08T08:52:43Z</dcterms:created>
  <dcterms:modified xsi:type="dcterms:W3CDTF">2026-08-08T08:52:43Z</dcterms:modified>
</cp:coreProperties>
</file>